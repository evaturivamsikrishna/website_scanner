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Link Checking vs. Manual Verification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Efficiency, Accuracy, and Scalability for Kwalee.com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Manual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Checking links manually is a bottleneck:</a:t>
            </a:r>
          </a:p>
          <a:p>
            <a:pPr lvl="1"/>
            <a:r>
              <a:t>• Time-consuming: Checking 1000+ links takes ~16 hours.</a:t>
            </a:r>
          </a:p>
          <a:p>
            <a:pPr lvl="1"/>
            <a:r>
              <a:t>• Error-prone: Human fatigue leads to missed broken links.</a:t>
            </a:r>
          </a:p>
          <a:p>
            <a:pPr lvl="1"/>
            <a:r>
              <a:t>• Inconsistent: Difficult to maintain a twice-daily schedule.</a:t>
            </a:r>
          </a:p>
          <a:p>
            <a:pPr lvl="1"/>
            <a:r>
              <a:t>• No Visibility: No centralized data or historical trends.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Automated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Our new system transforms the workflow:</a:t>
            </a:r>
          </a:p>
          <a:p>
            <a:pPr lvl="1"/>
            <a:r>
              <a:t>• Fast: Async checking handles thousands of links in minutes.</a:t>
            </a:r>
          </a:p>
          <a:p>
            <a:pPr lvl="1"/>
            <a:r>
              <a:t>• Scheduled: Runs automatically 2x daily via GitHub Actions.</a:t>
            </a:r>
          </a:p>
          <a:p>
            <a:pPr lvl="1"/>
            <a:r>
              <a:t>• Comprehensive: Deep English crawl + global locale mapping.</a:t>
            </a:r>
          </a:p>
          <a:p>
            <a:pPr lvl="1"/>
            <a:r>
              <a:t>• Centralized: Real-time dark-themed dashboard with charts.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 Comparison: Manual vs.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2860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Manual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Automation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Time (1000 Links)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~16.6 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~5 Minutes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Occasional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Twice Daily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 &amp;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99.5% Reduction in verification time.</a:t>
            </a:r>
          </a:p>
          <a:p>
            <a:pPr/>
            <a:r>
              <a:t>• Instant Alerts: Email notifications when links break.</a:t>
            </a:r>
          </a:p>
          <a:p>
            <a:pPr/>
            <a:r>
              <a:t>• SEO Protection: Prevent 'Page Not Found' errors for users.</a:t>
            </a:r>
          </a:p>
          <a:p>
            <a:pPr/>
            <a:r>
              <a:t>• Resource Optimization: Team focuses on fixing, not finding.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Automation provides a scalable, reliable, and efficient way to maintain Kwalee's web presence.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